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60" r:id="rId2"/>
  </p:sldMasterIdLst>
  <p:notesMasterIdLst>
    <p:notesMasterId r:id="rId7"/>
  </p:notesMasterIdLst>
  <p:sldIdLst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69" autoAdjust="0"/>
    <p:restoredTop sz="86405" autoAdjust="0"/>
  </p:normalViewPr>
  <p:slideViewPr>
    <p:cSldViewPr snapToGrid="0">
      <p:cViewPr varScale="1">
        <p:scale>
          <a:sx n="63" d="100"/>
          <a:sy n="63" d="100"/>
        </p:scale>
        <p:origin x="780" y="72"/>
      </p:cViewPr>
      <p:guideLst/>
    </p:cSldViewPr>
  </p:slideViewPr>
  <p:outlineViewPr>
    <p:cViewPr>
      <p:scale>
        <a:sx n="33" d="100"/>
        <a:sy n="33" d="100"/>
      </p:scale>
      <p:origin x="0" y="-1380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71" d="100"/>
        <a:sy n="171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718D9-2C87-4814-8471-598F3A0B7D9E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5B0CAE-C226-4F50-9E29-280196DA20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957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1D29E-F25E-8C11-FFB2-F28F759D1C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FF9AC2-AE4C-743F-700C-CC4F84B551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505DD-7DF7-A775-D260-BFD520F57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1C6D-64A9-4E2D-9A6C-E91105B63EC9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72C7F-8CD7-CD94-5BA9-0BCC99176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92D78-721F-9EE6-66F7-E8EDCF854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162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18093-6C17-8A61-42D8-34566360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C9D36-4D9D-1891-1E2C-0EDA7F1D1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4A7E9-678D-EE42-61A7-D99A4328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90065-3C61-4839-BF62-6C1FD32A9DEF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4EC84-CBE3-9F27-7C4B-DA269273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B330-4390-F24D-BBB6-9BF0BB1C4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110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F9B01-C387-F637-61A4-F7953D561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B131-BDC5-30E1-6A46-7C38972EA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2E0B2-7BB0-CFAA-A082-0C1005B8D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F9F72-8D0A-4C05-9342-DF72BE5EC6CB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A5427-082F-E236-4DA8-4B46F775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32DE9-D8A3-4BD6-2B84-597CE06A6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1469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6EEC-535D-A316-D059-7EEA6F56A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52D11-870F-156A-47D0-901FF0320F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F2A60-54FC-48F2-03F3-664116C8C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658A8-D795-2C75-5E01-EADE443A5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A39C3-845A-43B9-BEFB-7A236C2A4F79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975937-A02A-E114-E57C-BC4737DC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38C50-4647-D110-CE11-6A4379F5C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21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CE825-11A4-E7E2-3AB4-87AF48C18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806DD9-9550-19B1-826D-E192840A7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5D96A-267C-46CB-AC28-F56230896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431BD-DE8F-7B14-EA20-07DC262FD1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D80579-6B49-B05C-10C5-0A1F35289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BAE99-0E1D-0381-D6B2-116928D7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BE9B0-62DA-46AB-B07C-33A6CC14DBE0}" type="datetime1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58CB98-633E-2A48-F154-44081EE5E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7A85D7-78E9-DC16-0472-4E7C06C68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57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959FF-2D9D-3DB5-44D0-5CD292EA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76FB5B-D07F-A840-1E12-504A496A0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99EF7-647C-46B2-B1BC-7C7B1B904BC0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B7938-0BE8-FD40-B543-9A6151959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3D3BFE-C886-94B9-3871-FFA4301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4113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4588E3-1269-156A-5F80-7D1F7B80B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77DA7-96CC-40A9-B14D-4B9D7065EBC1}" type="datetime1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8526B-8058-67D8-946B-387ECDFDF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C915-A9C6-0448-F18E-B3CAEDBC0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31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83CBF-84A3-706D-B0E6-12D0AE64B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79363-856C-91C5-1D99-46EFAF23E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932F5-BE0A-6F1F-3AF5-DCF8B4915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8AC36-8D7A-E995-56B4-075A6C061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3700-E7A2-4513-89D6-336D202C5B31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D3AB7D-53CF-6CF4-293B-81F583A1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381DE-099E-5870-CE47-D29AD3F2E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7353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01118-B665-9D9A-05D8-BA130F63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106D8-5A55-653A-9FE0-6C7AD7E12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64113-4C4C-76B1-67AD-ECF80CA1B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2F240-1D82-2A98-D5AB-D9E67CE0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400B8-A844-477B-AC8D-F8435E419499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7123B0-5AB8-F168-6E59-0FB83B3F4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B54763-50BB-440E-71CA-09D4B198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0560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0BD2-0FC9-574E-5CB1-B69182E7D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C0FBB4-7AD7-F787-3FA7-10A9BE1024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5D17D-6108-CFFF-3577-9104AAB9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E0DA8-2651-4482-A0A2-AFA6C595E0B7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84102-A8A3-8571-CFC1-8482501E1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4F63-5ADA-6671-7E6B-A58C5459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024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7E5929-A32E-7318-28BB-9DBC45719D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39276C-F873-3F7F-1E18-073DEF088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5A34F-1C0C-7D40-CEE9-F48DBDB4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C59C5-25AD-40A2-B8B6-710A7403660D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42C68-CEE8-C144-02A7-5FE80574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1425B-6D9F-3592-9156-506AC43A6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29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554D-72E5-FF3C-08C3-1AEBA4072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E9148-0D69-CBFE-DE91-4D83691C7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EC11C-9A3F-941D-9EB6-3B3206A42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FAF5D-0002-429C-B0C5-8EE1E95ADF60}" type="datetime1">
              <a:rPr lang="en-IN" smtClean="0"/>
              <a:t>25-12-2025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8B255-8215-53B8-021F-E8511E0C9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8D402-EF68-63C6-4CC4-2962E73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3810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121B5-C4FA-06AB-484C-CE98483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DE9C-170A-030B-D268-8313D6C57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BF913-EE8E-F94F-AF9F-695E7FFF3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9A6EE-35CB-4C55-BD57-77600E238904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4924-4F4F-50AD-F023-E390CCFC7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91583-C5A2-CFCC-2688-5F1FD204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4078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BF7BC-7BAC-F239-62BF-036E23735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F8E37-7370-BA5A-071F-94116C86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04C80-64C3-2FE1-3C66-DC262BDEA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31A59-5885-47CE-A56F-31BBD2ED4A81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4D8F8-D0D7-D63F-EE8F-BA7C6A3BD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D6B03-E92E-891C-EBEE-F70F4418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9781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8ED70-E37F-8174-FF58-D19B46873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DC54-D7C2-3A7D-0445-2D6C3E1B67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AA53A-478F-B35E-786F-D2DE42A91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E85777-9587-214E-BF4E-1702194B0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A6C9-A2A6-47CD-824A-3864682612D8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EE073-9E6E-687B-7729-7C28A244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FC47E-08E4-788E-95F5-810956029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0349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C047C-C252-2BF4-24AC-A1B48EF7A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18038-0AF9-2028-F20C-AB1C23CE2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E55B30-1E4C-7ABF-6843-4080015A4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C2614F-97E2-6536-A9DA-4E50150303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13DEB-D91D-0DFA-C983-0D018D5C7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6073C-2AE5-0E85-D462-71023F37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F4A07-182A-4523-9400-45AF01FFCFA7}" type="datetime1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2046B8-9287-D587-B2EF-B6F4C79C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04DA3B-7133-28FC-B572-84C1F187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2216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BA1B-E667-2A7F-9718-D1DDE8E5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0D3AC8-F359-568E-D9B3-004D233B2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D7BA3-CFC4-4702-BC50-593A513A0209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473C6-8812-47C2-9624-05FCCAB5D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D8C9C-15BD-79A0-1015-82A8EC65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1961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61AC6A-FEF5-BE13-6136-27A92F08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F84AA-5082-4373-AD01-1489AA108879}" type="datetime1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4AA0-3A69-D1F6-2E1F-4A93765E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EC788-52FA-F73B-D1F2-641CD299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524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76AA-5F49-9033-B7D6-3AD3E8EF2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B6CF-9328-4A2F-FF0D-EFDAFABB2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9617FD-DAC5-62CE-7145-13232C105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E6CCF-39ED-3B5B-8B9D-4CD7AF485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921A-33A5-44B8-8CE1-DF8DE646E4D6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B774B-BA69-CE17-B943-2B0ED1862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52E8C-5B1F-7A2D-AFCD-4A169139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8981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1A47-D08C-A01E-A030-862A11451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B15E8-6EAC-43B0-6A57-9B0FFFBE0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D5617-C24C-1761-9089-99DECDFC01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73ADB-2E07-2E8A-3911-2F7D6E475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8FC35-AEDD-49BF-AE2C-325672DF1847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B9823-08EF-47B4-BEDB-C993F62BA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C96C1-4F3E-E26D-76FB-9BEA75A6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6630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0F24B-675C-9AFE-32B9-55543784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32006-14F9-7DF8-71D2-C1E91D5E7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B02B3-7A4F-9E52-0F17-B6FFF9205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70672-32A4-47E7-9497-9F5CB1C3C59E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1F9CF-F5B7-D532-1C8C-947A8FDD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88794-9A3B-E7CB-75EB-D8AC66CD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341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4D6F41-6F39-007C-FE52-DBAB8D40AB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0D8841-0CCE-A262-F072-0711BF729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FF86B-82F2-2228-A726-2F8954AB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8EDF0-2D2A-4441-B0F4-25DD1E88333E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C014B-B965-C9BC-4A9F-383C2BAC3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D94EA-D922-327D-F294-35D87D8C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13108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B4456-ED9E-354E-C595-AD02D8B90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C16DD-8AE7-A6B9-ECEA-42442602A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9AC1A-A558-4C8B-AB6D-938DF87C7B21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7A28-0B41-6F74-469D-B46287FA4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C376C1-E61E-ED47-7A9E-86570265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12B8E9-AAFC-44D3-B92E-D5D0BFCC507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E020C069-4D8F-8B72-9D37-04C0A3CDC7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42" y="136525"/>
            <a:ext cx="1453515" cy="859155"/>
          </a:xfrm>
          <a:prstGeom prst="rect">
            <a:avLst/>
          </a:prstGeom>
        </p:spPr>
      </p:pic>
      <p:pic>
        <p:nvPicPr>
          <p:cNvPr id="7" name="Picture 6" descr="A picture containing text, font, logo, symbol&#10;&#10;Description automatically generated">
            <a:extLst>
              <a:ext uri="{FF2B5EF4-FFF2-40B4-BE49-F238E27FC236}">
                <a16:creationId xmlns:a16="http://schemas.microsoft.com/office/drawing/2014/main" id="{93868805-79F0-D4E2-BDEA-B026B90DB7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0776" y="410464"/>
            <a:ext cx="1146048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383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5CA9EC-C2BD-CF3D-5A20-8098B0BF1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8EB5F-9184-E626-5F82-874D156FF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C0F09-C3DE-2703-E0DC-512FD14AA4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47CD2-85B9-4037-8D99-9B029080F3C1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50A2-6280-2FB5-BD50-7B03008B6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AB145-0A1E-5E75-9F26-995BFCDD3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6522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3C5341-81D3-444C-1940-8A61E6895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BD361-4C90-8D9C-A080-2ACD105E5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1F2B3-823B-DAF2-74E0-264333210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FC714-A3AB-4562-85D8-8980BF3275E7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31FAD-9204-8BF4-B53E-BA30C70D2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102ED-8173-4208-A948-EA1F221E1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01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nayxa.com/wind-farm-layout-design/" TargetMode="Externa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wind-energie.de/english/statistics/statistics-germany/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D3F108-3889-1AFC-C5E1-8B6FE8EAF83B}"/>
              </a:ext>
            </a:extLst>
          </p:cNvPr>
          <p:cNvSpPr txBox="1"/>
          <p:nvPr/>
        </p:nvSpPr>
        <p:spPr>
          <a:xfrm>
            <a:off x="957580" y="1827074"/>
            <a:ext cx="1027684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/>
              <a:t>Power Prediction and Energy Arbitrage Modeling for Wind Farms Using ML</a:t>
            </a:r>
            <a:br>
              <a:rPr lang="de-DE" sz="2000" dirty="0">
                <a:solidFill>
                  <a:sysClr val="windowText" lastClr="000000"/>
                </a:solidFill>
              </a:rPr>
            </a:br>
            <a:endParaRPr lang="de-DE" sz="2000" dirty="0">
              <a:solidFill>
                <a:sysClr val="windowText" lastClr="0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BBDE80-052B-9938-EE8E-D8C81054A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4966" y="-15371"/>
            <a:ext cx="2511357" cy="14126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A25377-8F1B-6CC9-C9F9-D4370AC2B364}"/>
              </a:ext>
            </a:extLst>
          </p:cNvPr>
          <p:cNvSpPr/>
          <p:nvPr/>
        </p:nvSpPr>
        <p:spPr>
          <a:xfrm>
            <a:off x="0" y="6312310"/>
            <a:ext cx="12192000" cy="5456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5401818-DADF-A3EF-A208-4BB4A83D8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D33B-839B-46E7-86F0-3CE0E6C0AEB2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1C5D4C0-8C57-26A1-92CC-80DF52D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CCFC601-C2B2-20C3-33B2-D1304162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67380" y="642758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AAA9F7-8A1D-7093-952D-E9D80417CA80}"/>
              </a:ext>
            </a:extLst>
          </p:cNvPr>
          <p:cNvSpPr txBox="1"/>
          <p:nvPr/>
        </p:nvSpPr>
        <p:spPr>
          <a:xfrm>
            <a:off x="9001275" y="4764139"/>
            <a:ext cx="29006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Date :</a:t>
            </a:r>
            <a:r>
              <a:rPr lang="en-GB" sz="2800" dirty="0"/>
              <a:t> 06.01.2026</a:t>
            </a:r>
          </a:p>
          <a:p>
            <a:r>
              <a:rPr lang="en-GB" sz="2800" b="1" dirty="0"/>
              <a:t>Place: </a:t>
            </a:r>
            <a:r>
              <a:rPr lang="en-GB" sz="2800" dirty="0"/>
              <a:t>Flensburg</a:t>
            </a:r>
            <a:endParaRPr lang="LID4096" sz="2800" dirty="0"/>
          </a:p>
        </p:txBody>
      </p:sp>
      <p:sp>
        <p:nvSpPr>
          <p:cNvPr id="9" name="AutoShape 2">
            <a:extLst>
              <a:ext uri="{FF2B5EF4-FFF2-40B4-BE49-F238E27FC236}">
                <a16:creationId xmlns:a16="http://schemas.microsoft.com/office/drawing/2014/main" id="{B8269A79-7902-7054-CACC-FE68460FF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B077FA-9D72-BC9B-C1EA-CB969B56C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E99BF6-73FD-FBBD-5656-F39A085CF37C}"/>
              </a:ext>
            </a:extLst>
          </p:cNvPr>
          <p:cNvSpPr txBox="1"/>
          <p:nvPr/>
        </p:nvSpPr>
        <p:spPr>
          <a:xfrm>
            <a:off x="290046" y="4693294"/>
            <a:ext cx="406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Presented:</a:t>
            </a:r>
          </a:p>
          <a:p>
            <a:r>
              <a:rPr lang="en-US" sz="2800" dirty="0"/>
              <a:t>Karan Soni</a:t>
            </a:r>
          </a:p>
          <a:p>
            <a:r>
              <a:rPr lang="en-US" sz="2800" dirty="0" err="1"/>
              <a:t>Madhvesh</a:t>
            </a:r>
            <a:r>
              <a:rPr lang="en-US" sz="2800" dirty="0"/>
              <a:t> </a:t>
            </a:r>
            <a:r>
              <a:rPr lang="en-US" sz="2800" dirty="0" err="1"/>
              <a:t>Gorakhiya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5220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B4D4-956D-1466-26FD-01487AF6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Overview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5E179-BA05-BAAE-FBAA-821FCAD3C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24" y="1333764"/>
            <a:ext cx="10515600" cy="4684116"/>
          </a:xfrm>
        </p:spPr>
        <p:txBody>
          <a:bodyPr>
            <a:noAutofit/>
          </a:bodyPr>
          <a:lstStyle/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Problem Statement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Data and Preprocessing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Machine Learning Models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Hydrogen Storage Concepts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Economic Calculation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Results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Conclusion 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Future Tasks</a:t>
            </a:r>
          </a:p>
          <a:p>
            <a:pPr marL="0" lv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10. </a:t>
            </a:r>
            <a:r>
              <a:rPr lang="en-GB" sz="2000" b="1" kern="100" dirty="0" err="1">
                <a:ea typeface="Aptos" panose="020B0004020202020204" pitchFamily="34" charset="0"/>
                <a:cs typeface="Times New Roman" panose="02020603050405020304" pitchFamily="18" charset="0"/>
              </a:rPr>
              <a:t>Referances</a:t>
            </a:r>
            <a:endParaRPr lang="en-GB" sz="2000" b="1" kern="1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AAC-765E-18B2-22FF-7A7270DED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25E455-D545-9408-95EE-6339E7D4E11F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EB1972-A3C9-6302-749B-1625930F15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80A3791-CA6D-6C49-9727-21EDC4A1F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3D84A6-A93C-285F-8C5F-F2326EAF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2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F23A2F-AAEE-5B14-4019-97D22015A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22CD3D4E-6453-E4F1-2158-A7B34C8D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0DE98C-822E-9448-E786-52A8B343FC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622" y="1277767"/>
            <a:ext cx="6273956" cy="47054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CE516C-ABFF-9400-E137-739440B22C7E}"/>
              </a:ext>
            </a:extLst>
          </p:cNvPr>
          <p:cNvSpPr txBox="1"/>
          <p:nvPr/>
        </p:nvSpPr>
        <p:spPr>
          <a:xfrm>
            <a:off x="6835544" y="6064959"/>
            <a:ext cx="4297680" cy="24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Wind Farm Layout Design at NAYXA || We´re Wind Energy Experts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423865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B4D4-956D-1466-26FD-01487AF6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1. Introduction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AAC-765E-18B2-22FF-7A7270DED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25E455-D545-9408-95EE-6339E7D4E11F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EB1972-A3C9-6302-749B-1625930F15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80A3791-CA6D-6C49-9727-21EDC4A1F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3D84A6-A93C-285F-8C5F-F2326EAF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3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F23A2F-AAEE-5B14-4019-97D22015A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22CD3D4E-6453-E4F1-2158-A7B34C8D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35CBCE9-9C6F-5D86-993A-39BA0591D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978" y="1629786"/>
            <a:ext cx="6421120" cy="11406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400" b="1" dirty="0"/>
              <a:t>Wind Energy: </a:t>
            </a:r>
            <a:r>
              <a:rPr lang="en-US" altLang="en-DE" sz="2400" dirty="0"/>
              <a:t>O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 of the fastest‑growing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400" dirty="0"/>
              <a:t>W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 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power</a:t>
            </a:r>
            <a:r>
              <a:rPr lang="en-US" altLang="en-DE" sz="2400" dirty="0"/>
              <a:t> (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variable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sym typeface="Wingdings" panose="05000000000000000000" pitchFamily="2" charset="2"/>
              </a:rPr>
              <a:t>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 speeds 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change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94625B-75B8-7781-67EB-E86610A21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098" y="3040354"/>
            <a:ext cx="6304881" cy="250644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4024844-8E63-C2FA-FF18-C027A081B2F8}"/>
              </a:ext>
            </a:extLst>
          </p:cNvPr>
          <p:cNvSpPr txBox="1"/>
          <p:nvPr/>
        </p:nvSpPr>
        <p:spPr>
          <a:xfrm>
            <a:off x="6882602" y="1861208"/>
            <a:ext cx="513842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Electricity markets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fluctuate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sym typeface="Wingdings" panose="05000000000000000000" pitchFamily="2" charset="2"/>
              </a:rPr>
              <a:t></a:t>
            </a:r>
            <a:r>
              <a:rPr lang="en-US" altLang="en-DE" sz="2400" dirty="0">
                <a:sym typeface="Wingdings" panose="05000000000000000000" pitchFamily="2" charset="2"/>
              </a:rPr>
              <a:t> Wind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production </a:t>
            </a:r>
            <a:r>
              <a:rPr kumimoji="0" lang="en-US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</a:t>
            </a:r>
            <a:r>
              <a:rPr lang="en-US" altLang="en-DE" sz="2400" dirty="0"/>
              <a:t>)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DE" altLang="en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Modern energy systems increasingly use </a:t>
            </a:r>
            <a:r>
              <a:rPr kumimoji="0" lang="en-DE" altLang="en-DE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DE" altLang="en-DE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machine learning</a:t>
            </a:r>
            <a:r>
              <a:rPr kumimoji="0" lang="en-US" altLang="en-DE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DE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forecasting</a:t>
            </a:r>
            <a:endParaRPr lang="en-US" altLang="en-DE" sz="2400" dirty="0"/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operational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FC2744-69A7-0F46-5D5C-9D38E33B62D9}"/>
              </a:ext>
            </a:extLst>
          </p:cNvPr>
          <p:cNvSpPr txBox="1"/>
          <p:nvPr/>
        </p:nvSpPr>
        <p:spPr>
          <a:xfrm>
            <a:off x="2143760" y="5606044"/>
            <a:ext cx="24079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Statistics Germany | BWE </a:t>
            </a:r>
            <a:r>
              <a:rPr lang="en-US" sz="1000" dirty="0" err="1">
                <a:hlinkClick r:id="rId5"/>
              </a:rPr>
              <a:t>e.V.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1934560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26081-5932-C9F1-06E4-779A6D54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3946-DC6C-2552-7DB6-CF2578838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2. Problem Statements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FC1032-A54B-5280-52D4-C30F4961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B0D149F-BEFB-EAC5-7FD6-E0946370783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E10AA9-338C-EE8D-9624-F20E0277468D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8F3D080-1FC2-4E05-2D85-F0FDCD25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2A681BA-9E65-EB34-2686-5A0D9C6E1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4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ACF29A-EA12-6B19-6E0C-12F3B95DF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DD971CEB-D785-B9FD-BA3A-7C0F79948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490756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Wingdings</vt:lpstr>
      <vt:lpstr>1_Custom Design</vt:lpstr>
      <vt:lpstr>Custom Design</vt:lpstr>
      <vt:lpstr>PowerPoint Presentation</vt:lpstr>
      <vt:lpstr>Overview</vt:lpstr>
      <vt:lpstr>1. Introduction</vt:lpstr>
      <vt:lpstr>2. Problem Statements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karan soni</dc:creator>
  <cp:lastModifiedBy>Karan Soni</cp:lastModifiedBy>
  <cp:revision>322</cp:revision>
  <dcterms:created xsi:type="dcterms:W3CDTF">2023-05-10T09:31:16Z</dcterms:created>
  <dcterms:modified xsi:type="dcterms:W3CDTF">2025-12-25T18:36:42Z</dcterms:modified>
</cp:coreProperties>
</file>